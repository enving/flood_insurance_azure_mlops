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Discovery-Delivery: Self-Hosted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man KI-Ideen schnell validiert – bevor man in große Ökosysteme investiert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52044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3520440" cy="201168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691640"/>
            <a:ext cx="502920" cy="502920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221992"/>
            <a:ext cx="3191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" y="2715768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Idee entsteht fachlich (z.B. Hochwasser-Scoring)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145536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 Entwickler + Claude Code als Co-Pilot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575304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Self-Hosted: GitHub + MLflow + FastAPI (~40€/Monat)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005072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Synthetische Daten, erster Algorithmus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4434840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Ziel: Macht die Idee überhaupt Sinn?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5120640"/>
            <a:ext cx="3191256" cy="347472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5120640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 – 5 Tage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3246120"/>
            <a:ext cx="502920" cy="365760"/>
          </a:xfrm>
          <a:prstGeom prst="rightArrow">
            <a:avLst/>
          </a:prstGeom>
          <a:solidFill>
            <a:srgbClr val="1A2B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4568" y="1417320"/>
            <a:ext cx="352044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44568" y="1417320"/>
            <a:ext cx="3520440" cy="201168"/>
          </a:xfrm>
          <a:prstGeom prst="rect">
            <a:avLst/>
          </a:prstGeom>
          <a:solidFill>
            <a:srgbClr val="2A8C7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691640"/>
            <a:ext cx="502920" cy="502920"/>
          </a:xfrm>
          <a:prstGeom prst="ellipse">
            <a:avLst/>
          </a:prstGeom>
          <a:solidFill>
            <a:srgbClr val="2A8C7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94376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221992"/>
            <a:ext cx="3191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45736" y="2715768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Echte Daten, echte Nutzer (z.B. 200 Mitarbeiter)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45736" y="3145536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Algorithmus-Optimierung: SHAP, Hyperparameter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5736" y="3575304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Claude Code als Co-Entwickler → 5–10× schneller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45736" y="4005072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Compliance: Git-Audit-Trail + Evidently Drift-Check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45736" y="4434840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Ziel: Gut genug für Production?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5120640"/>
            <a:ext cx="3191256" cy="347472"/>
          </a:xfrm>
          <a:prstGeom prst="rect">
            <a:avLst/>
          </a:prstGeom>
          <a:solidFill>
            <a:srgbClr val="2A8C7A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5120640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~1h / Monat Wartung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02168" y="3246120"/>
            <a:ext cx="502920" cy="365760"/>
          </a:xfrm>
          <a:prstGeom prst="rightArrow">
            <a:avLst/>
          </a:prstGeom>
          <a:solidFill>
            <a:srgbClr val="1A2B4A"/>
          </a:solidFill>
          <a:ln/>
        </p:spPr>
      </p:sp>
      <p:sp>
        <p:nvSpPr>
          <p:cNvPr id="33" name="Shape 31"/>
          <p:cNvSpPr/>
          <p:nvPr/>
        </p:nvSpPr>
        <p:spPr>
          <a:xfrm>
            <a:off x="8814816" y="1417320"/>
            <a:ext cx="352044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814816" y="1417320"/>
            <a:ext cx="3520440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Shape 33"/>
          <p:cNvSpPr/>
          <p:nvPr/>
        </p:nvSpPr>
        <p:spPr>
          <a:xfrm>
            <a:off x="8979408" y="169164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897940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64624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79408" y="2221992"/>
            <a:ext cx="3191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15984" y="2715768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Nutzen bewiesen → Migration zu Managed Provider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15984" y="3145536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Azure ML / AWS SageMaker / Google Vertex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15984" y="3575304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Dienstleister nimmt fertigen Code &amp; pflanzt ein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15984" y="4005072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Oder: Lösung bleibt self-hosted (wenn ausreichend)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015984" y="4434840"/>
            <a:ext cx="3118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Hybridmodell: Cloud Compute + self-hosted Dev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79408" y="5120640"/>
            <a:ext cx="3191256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8979408" y="5120640"/>
            <a:ext cx="3191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Optional — jederzeit möglich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943600"/>
            <a:ext cx="12192000" cy="5669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5943600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Erstmal probieren, dann skalieren. Nicht umgekehrt.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Self-Hosted First schneller 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verändern die Gleichung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02920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5029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Klassischer Weg (Managed First)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Wochen für Setup &amp; Onboarding im Hyperscaler-Ökosystem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Großer Berater / Dienstleister von Anfang an nötig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Kosten laufen ab Tag 1 (Compute Instances, Endpoints…)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Algorithmus-Änderung → Dependency auf Dienstleister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Lock-in bevor Nutzen bewiesen ist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Typisch: 3 – 6 Monate bis erstes Ergebnis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2697480"/>
            <a:ext cx="822960" cy="8229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68112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55664" y="1371600"/>
            <a:ext cx="502920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5664" y="1371600"/>
            <a:ext cx="5029200" cy="457200"/>
          </a:xfrm>
          <a:prstGeom prst="rect">
            <a:avLst/>
          </a:prstGeom>
          <a:solidFill>
            <a:srgbClr val="2A8C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First (mit AI Agent)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38544" y="1938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Tage bis erster PoC läuft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38544" y="23957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Entwickler + Claude Code ersetzt kleines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38544" y="28529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~40€ / Monat Infrastrukturkosten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38544" y="33101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Algorithmus-Iteration in Stunden, nicht Wochen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38544" y="37673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Volle Kontrolle, volle Transparenz, kein Lock-in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38544" y="4224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portabel → jederzeit zu Azure / AWS migrierbar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892040"/>
            <a:ext cx="11210544" cy="34747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92040"/>
            <a:ext cx="11210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5239512"/>
            <a:ext cx="11210544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5276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52760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Monate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1232" y="5276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Tage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5586984"/>
            <a:ext cx="112105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PoC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5623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– 20.000 €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71232" y="5623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200 €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5934456"/>
            <a:ext cx="11210544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5971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Flexibilität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5971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71232" y="5971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Portabel zu jedem Provider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6281928"/>
            <a:ext cx="1121054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6318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Entwicklungsgeschwindigkeit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60520" y="63185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71232" y="63185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10× schneller (AI Coding Agent)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309360"/>
            <a:ext cx="12192000" cy="566928"/>
          </a:xfrm>
          <a:prstGeom prst="rect">
            <a:avLst/>
          </a:prstGeom>
          <a:solidFill>
            <a:srgbClr val="E8924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309360"/>
            <a:ext cx="11521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First ist kein Kompromiss — es ist die schnellste Route zum bewiesenen Nutzen. Der Schritt zu Managed bleibt immer offen.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2026-05-14T10:51:36Z</dcterms:created>
  <dcterms:modified xsi:type="dcterms:W3CDTF">2026-05-14T10:51:36Z</dcterms:modified>
</cp:coreProperties>
</file>